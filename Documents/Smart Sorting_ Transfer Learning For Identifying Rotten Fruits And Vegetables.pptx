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mart-sorting-transfer-learning-for-identifying-rotten-fruits-and-vegetables" ContentType="image/smart-sorting-transfer-learning-for-identifying-rotten-fruits-and-vegetables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https://raw.githubusercontent.com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Sorting: Transfer Learning For Identifying Rotten Fruits And Vegetables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involves using advanced technology to automate the classification of produce.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aims to improve efficiency, reduce waste, and ensure quality in the supply chain.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how transfer learning enhances the identification of rotten fruits and vegetables.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Accurate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sorting ensures only quality produce reaches consumers, maintaining brand reputation.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Detecting rotten or spoiled items early reduces food waste and economic losses.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sorting supports sustainable practices and enhances food safety.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Traditional Sorting Methods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Manual sorting is labor-intensive, time-consuming, and prone to human error.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Many traditional systems struggle with accuracy when identifying subtle signs of spoilage.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produce appearance makes automated detection complex.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Transfer Learning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leverages pre-trained models to solve new but related tasks.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reduces training time and data requirements for deep learning applications.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is highly effective in image recognition tasks, including fruit and vegetable sorting.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 Transfer Learning Works in Food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Pre-trained models, such as CNNs, are fine-tuned with specific datasets of produce images.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models learn to distinguish between fresh and rotten items based on visual features.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method enhances accuracy while minimizing the need for extensive labeled data.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raw.githubusercontent.com/vamsi746/smartsort/main/Executablefiles/static/img/resul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Preparation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High-quality, diverse images of fruits and vegetables are collected for training.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Images are labeled as 'fresh' or 'rotten' to create a reliable dataset.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Preprocessing includes resizing, normalization, and augmentation to improve model robustness.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Selection and Fine-Tuning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Popular models like ResNet, Inception, and MobileNet are commonly used for transfer learning.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final layers are replaced or adjusted to classify produce as fresh or rotten.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Fine-tuning involves training the model on the specific dataset while freezing earlier layers.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in Smart Sorting Systems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trained model is integrated into sorting machinery with cameras and sensors.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Real-time image analysis allows rapid classification of produce on conveyor belts.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systems can sort items immediately based on the model's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dpi.com/applsci/applsci-13-08087/article_deploy/html/images/applsci-13-08087-g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Transfer Learning in Produce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Significantly increases the accuracy and speed of sorting processes.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Reduces the need for large datasets and extensive training resources.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Supports scalable, adaptable solutions for different types of produce and spoilage signs.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Advancements may include multispectral imaging and IoT integration for even better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research aims to improve model generalization across various produce varieties.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learning-powered smart sorting offers a promising solution for sustainable food supply chains.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Sorting: Transfer Learning For Identifying Rotten Fruits And Vegetables</dc:title>
  <dc:subject>Smart Sorting: Transfer Learning For Identifying Rotten Fruits And Vegetables</dc:subject>
  <dc:creator>SlideMake.com</dc:creator>
  <cp:lastModifiedBy>SlideMake.com</cp:lastModifiedBy>
  <cp:revision>1</cp:revision>
  <dcterms:created xsi:type="dcterms:W3CDTF">2026-02-13T13:18:53Z</dcterms:created>
  <dcterms:modified xsi:type="dcterms:W3CDTF">2026-02-13T13:18:53Z</dcterms:modified>
</cp:coreProperties>
</file>